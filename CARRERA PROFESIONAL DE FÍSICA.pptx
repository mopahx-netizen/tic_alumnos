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a Ruben" initials="BR" lastIdx="1" clrIdx="0">
    <p:extLst>
      <p:ext uri="{19B8F6BF-5375-455C-9EA6-DF929625EA0E}">
        <p15:presenceInfo xmlns:p15="http://schemas.microsoft.com/office/powerpoint/2012/main" userId="Bruna Rub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400"/>
    <a:srgbClr val="FF65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5T13:55:52.289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87F8E12-34DD-45B2-8377-6BAD9318D314}"/>
              </a:ext>
            </a:extLst>
          </p:cNvPr>
          <p:cNvSpPr/>
          <p:nvPr userDrawn="1"/>
        </p:nvSpPr>
        <p:spPr>
          <a:xfrm>
            <a:off x="0" y="-195263"/>
            <a:ext cx="9144000" cy="946721"/>
          </a:xfrm>
          <a:custGeom>
            <a:avLst/>
            <a:gdLst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73250"/>
              <a:gd name="connsiteX1" fmla="*/ 9144000 w 9144000"/>
              <a:gd name="connsiteY1" fmla="*/ 0 h 1073250"/>
              <a:gd name="connsiteX2" fmla="*/ 9144000 w 9144000"/>
              <a:gd name="connsiteY2" fmla="*/ 1038225 h 1073250"/>
              <a:gd name="connsiteX3" fmla="*/ 3581400 w 9144000"/>
              <a:gd name="connsiteY3" fmla="*/ 847725 h 1073250"/>
              <a:gd name="connsiteX4" fmla="*/ 0 w 9144000"/>
              <a:gd name="connsiteY4" fmla="*/ 1038225 h 1073250"/>
              <a:gd name="connsiteX5" fmla="*/ 0 w 9144000"/>
              <a:gd name="connsiteY5" fmla="*/ 0 h 1073250"/>
              <a:gd name="connsiteX0" fmla="*/ 0 w 9144000"/>
              <a:gd name="connsiteY0" fmla="*/ 0 h 1073250"/>
              <a:gd name="connsiteX1" fmla="*/ 9144000 w 9144000"/>
              <a:gd name="connsiteY1" fmla="*/ 0 h 1073250"/>
              <a:gd name="connsiteX2" fmla="*/ 9144000 w 9144000"/>
              <a:gd name="connsiteY2" fmla="*/ 1038225 h 1073250"/>
              <a:gd name="connsiteX3" fmla="*/ 3581400 w 9144000"/>
              <a:gd name="connsiteY3" fmla="*/ 847725 h 1073250"/>
              <a:gd name="connsiteX4" fmla="*/ 0 w 9144000"/>
              <a:gd name="connsiteY4" fmla="*/ 1038225 h 1073250"/>
              <a:gd name="connsiteX5" fmla="*/ 0 w 9144000"/>
              <a:gd name="connsiteY5" fmla="*/ 0 h 1073250"/>
              <a:gd name="connsiteX0" fmla="*/ 0 w 9144000"/>
              <a:gd name="connsiteY0" fmla="*/ 0 h 1078628"/>
              <a:gd name="connsiteX1" fmla="*/ 9144000 w 9144000"/>
              <a:gd name="connsiteY1" fmla="*/ 0 h 1078628"/>
              <a:gd name="connsiteX2" fmla="*/ 9144000 w 9144000"/>
              <a:gd name="connsiteY2" fmla="*/ 1038225 h 1078628"/>
              <a:gd name="connsiteX3" fmla="*/ 3571875 w 9144000"/>
              <a:gd name="connsiteY3" fmla="*/ 904875 h 1078628"/>
              <a:gd name="connsiteX4" fmla="*/ 0 w 9144000"/>
              <a:gd name="connsiteY4" fmla="*/ 1038225 h 1078628"/>
              <a:gd name="connsiteX5" fmla="*/ 0 w 9144000"/>
              <a:gd name="connsiteY5" fmla="*/ 0 h 1078628"/>
              <a:gd name="connsiteX0" fmla="*/ 0 w 9144000"/>
              <a:gd name="connsiteY0" fmla="*/ 0 h 1083227"/>
              <a:gd name="connsiteX1" fmla="*/ 9144000 w 9144000"/>
              <a:gd name="connsiteY1" fmla="*/ 0 h 1083227"/>
              <a:gd name="connsiteX2" fmla="*/ 9144000 w 9144000"/>
              <a:gd name="connsiteY2" fmla="*/ 1038225 h 1083227"/>
              <a:gd name="connsiteX3" fmla="*/ 3705225 w 9144000"/>
              <a:gd name="connsiteY3" fmla="*/ 942974 h 1083227"/>
              <a:gd name="connsiteX4" fmla="*/ 0 w 9144000"/>
              <a:gd name="connsiteY4" fmla="*/ 1038225 h 1083227"/>
              <a:gd name="connsiteX5" fmla="*/ 0 w 9144000"/>
              <a:gd name="connsiteY5" fmla="*/ 0 h 1083227"/>
              <a:gd name="connsiteX0" fmla="*/ 0 w 9144000"/>
              <a:gd name="connsiteY0" fmla="*/ 0 h 1083227"/>
              <a:gd name="connsiteX1" fmla="*/ 9144000 w 9144000"/>
              <a:gd name="connsiteY1" fmla="*/ 0 h 1083227"/>
              <a:gd name="connsiteX2" fmla="*/ 9144000 w 9144000"/>
              <a:gd name="connsiteY2" fmla="*/ 1038225 h 1083227"/>
              <a:gd name="connsiteX3" fmla="*/ 3705225 w 9144000"/>
              <a:gd name="connsiteY3" fmla="*/ 942974 h 1083227"/>
              <a:gd name="connsiteX4" fmla="*/ 0 w 9144000"/>
              <a:gd name="connsiteY4" fmla="*/ 1038225 h 1083227"/>
              <a:gd name="connsiteX5" fmla="*/ 0 w 9144000"/>
              <a:gd name="connsiteY5" fmla="*/ 0 h 1083227"/>
              <a:gd name="connsiteX0" fmla="*/ 0 w 9144000"/>
              <a:gd name="connsiteY0" fmla="*/ 0 h 1083227"/>
              <a:gd name="connsiteX1" fmla="*/ 9144000 w 9144000"/>
              <a:gd name="connsiteY1" fmla="*/ 0 h 1083227"/>
              <a:gd name="connsiteX2" fmla="*/ 9144000 w 9144000"/>
              <a:gd name="connsiteY2" fmla="*/ 1038225 h 1083227"/>
              <a:gd name="connsiteX3" fmla="*/ 3705225 w 9144000"/>
              <a:gd name="connsiteY3" fmla="*/ 942974 h 1083227"/>
              <a:gd name="connsiteX4" fmla="*/ 0 w 9144000"/>
              <a:gd name="connsiteY4" fmla="*/ 1038225 h 1083227"/>
              <a:gd name="connsiteX5" fmla="*/ 0 w 9144000"/>
              <a:gd name="connsiteY5" fmla="*/ 0 h 1083227"/>
              <a:gd name="connsiteX0" fmla="*/ 0 w 9144000"/>
              <a:gd name="connsiteY0" fmla="*/ 0 h 1042115"/>
              <a:gd name="connsiteX1" fmla="*/ 9144000 w 9144000"/>
              <a:gd name="connsiteY1" fmla="*/ 0 h 1042115"/>
              <a:gd name="connsiteX2" fmla="*/ 9144000 w 9144000"/>
              <a:gd name="connsiteY2" fmla="*/ 1038225 h 1042115"/>
              <a:gd name="connsiteX3" fmla="*/ 3705225 w 9144000"/>
              <a:gd name="connsiteY3" fmla="*/ 942974 h 1042115"/>
              <a:gd name="connsiteX4" fmla="*/ 0 w 9144000"/>
              <a:gd name="connsiteY4" fmla="*/ 1038225 h 1042115"/>
              <a:gd name="connsiteX5" fmla="*/ 0 w 9144000"/>
              <a:gd name="connsiteY5" fmla="*/ 0 h 104211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3148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3148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610100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610100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1038225">
                <a:moveTo>
                  <a:pt x="0" y="0"/>
                </a:moveTo>
                <a:lnTo>
                  <a:pt x="9144000" y="0"/>
                </a:lnTo>
                <a:lnTo>
                  <a:pt x="9144000" y="1038225"/>
                </a:lnTo>
                <a:cubicBezTo>
                  <a:pt x="7493000" y="968375"/>
                  <a:pt x="6480175" y="946149"/>
                  <a:pt x="4610100" y="942974"/>
                </a:cubicBezTo>
                <a:cubicBezTo>
                  <a:pt x="3086100" y="942974"/>
                  <a:pt x="349250" y="1017587"/>
                  <a:pt x="0" y="1038225"/>
                </a:cubicBezTo>
                <a:lnTo>
                  <a:pt x="0" y="0"/>
                </a:lnTo>
                <a:close/>
              </a:path>
            </a:pathLst>
          </a:custGeom>
          <a:solidFill>
            <a:srgbClr val="FC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B12E36F-6565-4BC7-B0DE-5F92CFB80D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17604" r="4522" b="20944"/>
          <a:stretch/>
        </p:blipFill>
        <p:spPr>
          <a:xfrm>
            <a:off x="2657475" y="824013"/>
            <a:ext cx="3829050" cy="144139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874507E-60F9-4CC6-A417-A85AEAC5C481}"/>
              </a:ext>
            </a:extLst>
          </p:cNvPr>
          <p:cNvSpPr/>
          <p:nvPr userDrawn="1"/>
        </p:nvSpPr>
        <p:spPr>
          <a:xfrm>
            <a:off x="0" y="6629400"/>
            <a:ext cx="9144000" cy="228685"/>
          </a:xfrm>
          <a:prstGeom prst="rect">
            <a:avLst/>
          </a:prstGeom>
          <a:solidFill>
            <a:srgbClr val="FC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626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74726"/>
            <a:ext cx="7886700" cy="1325563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5225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816E3F8-1E08-48E6-BA1E-6E08521E0163}"/>
              </a:ext>
            </a:extLst>
          </p:cNvPr>
          <p:cNvSpPr/>
          <p:nvPr userDrawn="1"/>
        </p:nvSpPr>
        <p:spPr>
          <a:xfrm>
            <a:off x="0" y="-47624"/>
            <a:ext cx="9144000" cy="1038225"/>
          </a:xfrm>
          <a:custGeom>
            <a:avLst/>
            <a:gdLst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0 w 9144000"/>
              <a:gd name="connsiteY3" fmla="*/ 1038225 h 1038225"/>
              <a:gd name="connsiteX4" fmla="*/ 0 w 9144000"/>
              <a:gd name="connsiteY4" fmla="*/ 0 h 1038225"/>
              <a:gd name="connsiteX0" fmla="*/ 0 w 9144000"/>
              <a:gd name="connsiteY0" fmla="*/ 0 h 1073250"/>
              <a:gd name="connsiteX1" fmla="*/ 9144000 w 9144000"/>
              <a:gd name="connsiteY1" fmla="*/ 0 h 1073250"/>
              <a:gd name="connsiteX2" fmla="*/ 9144000 w 9144000"/>
              <a:gd name="connsiteY2" fmla="*/ 1038225 h 1073250"/>
              <a:gd name="connsiteX3" fmla="*/ 3581400 w 9144000"/>
              <a:gd name="connsiteY3" fmla="*/ 847725 h 1073250"/>
              <a:gd name="connsiteX4" fmla="*/ 0 w 9144000"/>
              <a:gd name="connsiteY4" fmla="*/ 1038225 h 1073250"/>
              <a:gd name="connsiteX5" fmla="*/ 0 w 9144000"/>
              <a:gd name="connsiteY5" fmla="*/ 0 h 1073250"/>
              <a:gd name="connsiteX0" fmla="*/ 0 w 9144000"/>
              <a:gd name="connsiteY0" fmla="*/ 0 h 1073250"/>
              <a:gd name="connsiteX1" fmla="*/ 9144000 w 9144000"/>
              <a:gd name="connsiteY1" fmla="*/ 0 h 1073250"/>
              <a:gd name="connsiteX2" fmla="*/ 9144000 w 9144000"/>
              <a:gd name="connsiteY2" fmla="*/ 1038225 h 1073250"/>
              <a:gd name="connsiteX3" fmla="*/ 3581400 w 9144000"/>
              <a:gd name="connsiteY3" fmla="*/ 847725 h 1073250"/>
              <a:gd name="connsiteX4" fmla="*/ 0 w 9144000"/>
              <a:gd name="connsiteY4" fmla="*/ 1038225 h 1073250"/>
              <a:gd name="connsiteX5" fmla="*/ 0 w 9144000"/>
              <a:gd name="connsiteY5" fmla="*/ 0 h 1073250"/>
              <a:gd name="connsiteX0" fmla="*/ 0 w 9144000"/>
              <a:gd name="connsiteY0" fmla="*/ 0 h 1078628"/>
              <a:gd name="connsiteX1" fmla="*/ 9144000 w 9144000"/>
              <a:gd name="connsiteY1" fmla="*/ 0 h 1078628"/>
              <a:gd name="connsiteX2" fmla="*/ 9144000 w 9144000"/>
              <a:gd name="connsiteY2" fmla="*/ 1038225 h 1078628"/>
              <a:gd name="connsiteX3" fmla="*/ 3571875 w 9144000"/>
              <a:gd name="connsiteY3" fmla="*/ 904875 h 1078628"/>
              <a:gd name="connsiteX4" fmla="*/ 0 w 9144000"/>
              <a:gd name="connsiteY4" fmla="*/ 1038225 h 1078628"/>
              <a:gd name="connsiteX5" fmla="*/ 0 w 9144000"/>
              <a:gd name="connsiteY5" fmla="*/ 0 h 1078628"/>
              <a:gd name="connsiteX0" fmla="*/ 0 w 9144000"/>
              <a:gd name="connsiteY0" fmla="*/ 0 h 1083227"/>
              <a:gd name="connsiteX1" fmla="*/ 9144000 w 9144000"/>
              <a:gd name="connsiteY1" fmla="*/ 0 h 1083227"/>
              <a:gd name="connsiteX2" fmla="*/ 9144000 w 9144000"/>
              <a:gd name="connsiteY2" fmla="*/ 1038225 h 1083227"/>
              <a:gd name="connsiteX3" fmla="*/ 3705225 w 9144000"/>
              <a:gd name="connsiteY3" fmla="*/ 942974 h 1083227"/>
              <a:gd name="connsiteX4" fmla="*/ 0 w 9144000"/>
              <a:gd name="connsiteY4" fmla="*/ 1038225 h 1083227"/>
              <a:gd name="connsiteX5" fmla="*/ 0 w 9144000"/>
              <a:gd name="connsiteY5" fmla="*/ 0 h 1083227"/>
              <a:gd name="connsiteX0" fmla="*/ 0 w 9144000"/>
              <a:gd name="connsiteY0" fmla="*/ 0 h 1083227"/>
              <a:gd name="connsiteX1" fmla="*/ 9144000 w 9144000"/>
              <a:gd name="connsiteY1" fmla="*/ 0 h 1083227"/>
              <a:gd name="connsiteX2" fmla="*/ 9144000 w 9144000"/>
              <a:gd name="connsiteY2" fmla="*/ 1038225 h 1083227"/>
              <a:gd name="connsiteX3" fmla="*/ 3705225 w 9144000"/>
              <a:gd name="connsiteY3" fmla="*/ 942974 h 1083227"/>
              <a:gd name="connsiteX4" fmla="*/ 0 w 9144000"/>
              <a:gd name="connsiteY4" fmla="*/ 1038225 h 1083227"/>
              <a:gd name="connsiteX5" fmla="*/ 0 w 9144000"/>
              <a:gd name="connsiteY5" fmla="*/ 0 h 1083227"/>
              <a:gd name="connsiteX0" fmla="*/ 0 w 9144000"/>
              <a:gd name="connsiteY0" fmla="*/ 0 h 1083227"/>
              <a:gd name="connsiteX1" fmla="*/ 9144000 w 9144000"/>
              <a:gd name="connsiteY1" fmla="*/ 0 h 1083227"/>
              <a:gd name="connsiteX2" fmla="*/ 9144000 w 9144000"/>
              <a:gd name="connsiteY2" fmla="*/ 1038225 h 1083227"/>
              <a:gd name="connsiteX3" fmla="*/ 3705225 w 9144000"/>
              <a:gd name="connsiteY3" fmla="*/ 942974 h 1083227"/>
              <a:gd name="connsiteX4" fmla="*/ 0 w 9144000"/>
              <a:gd name="connsiteY4" fmla="*/ 1038225 h 1083227"/>
              <a:gd name="connsiteX5" fmla="*/ 0 w 9144000"/>
              <a:gd name="connsiteY5" fmla="*/ 0 h 1083227"/>
              <a:gd name="connsiteX0" fmla="*/ 0 w 9144000"/>
              <a:gd name="connsiteY0" fmla="*/ 0 h 1042115"/>
              <a:gd name="connsiteX1" fmla="*/ 9144000 w 9144000"/>
              <a:gd name="connsiteY1" fmla="*/ 0 h 1042115"/>
              <a:gd name="connsiteX2" fmla="*/ 9144000 w 9144000"/>
              <a:gd name="connsiteY2" fmla="*/ 1038225 h 1042115"/>
              <a:gd name="connsiteX3" fmla="*/ 3705225 w 9144000"/>
              <a:gd name="connsiteY3" fmla="*/ 942974 h 1042115"/>
              <a:gd name="connsiteX4" fmla="*/ 0 w 9144000"/>
              <a:gd name="connsiteY4" fmla="*/ 1038225 h 1042115"/>
              <a:gd name="connsiteX5" fmla="*/ 0 w 9144000"/>
              <a:gd name="connsiteY5" fmla="*/ 0 h 104211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37052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3148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314825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610100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  <a:gd name="connsiteX0" fmla="*/ 0 w 9144000"/>
              <a:gd name="connsiteY0" fmla="*/ 0 h 1038225"/>
              <a:gd name="connsiteX1" fmla="*/ 9144000 w 9144000"/>
              <a:gd name="connsiteY1" fmla="*/ 0 h 1038225"/>
              <a:gd name="connsiteX2" fmla="*/ 9144000 w 9144000"/>
              <a:gd name="connsiteY2" fmla="*/ 1038225 h 1038225"/>
              <a:gd name="connsiteX3" fmla="*/ 4610100 w 9144000"/>
              <a:gd name="connsiteY3" fmla="*/ 942974 h 1038225"/>
              <a:gd name="connsiteX4" fmla="*/ 0 w 9144000"/>
              <a:gd name="connsiteY4" fmla="*/ 1038225 h 1038225"/>
              <a:gd name="connsiteX5" fmla="*/ 0 w 9144000"/>
              <a:gd name="connsiteY5" fmla="*/ 0 h 103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1038225">
                <a:moveTo>
                  <a:pt x="0" y="0"/>
                </a:moveTo>
                <a:lnTo>
                  <a:pt x="9144000" y="0"/>
                </a:lnTo>
                <a:lnTo>
                  <a:pt x="9144000" y="1038225"/>
                </a:lnTo>
                <a:cubicBezTo>
                  <a:pt x="7493000" y="968375"/>
                  <a:pt x="6480175" y="946149"/>
                  <a:pt x="4610100" y="942974"/>
                </a:cubicBezTo>
                <a:cubicBezTo>
                  <a:pt x="3086100" y="942974"/>
                  <a:pt x="349250" y="1017587"/>
                  <a:pt x="0" y="1038225"/>
                </a:cubicBezTo>
                <a:lnTo>
                  <a:pt x="0" y="0"/>
                </a:lnTo>
                <a:close/>
              </a:path>
            </a:pathLst>
          </a:custGeom>
          <a:solidFill>
            <a:srgbClr val="FC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0B2603-EC53-4E8C-AD17-D9E61A834E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t="18566" r="79398" b="21710"/>
          <a:stretch/>
        </p:blipFill>
        <p:spPr>
          <a:xfrm>
            <a:off x="476817" y="88106"/>
            <a:ext cx="321469" cy="7715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BE13179-515B-4F7D-A69D-486D214E1875}"/>
              </a:ext>
            </a:extLst>
          </p:cNvPr>
          <p:cNvSpPr txBox="1"/>
          <p:nvPr userDrawn="1"/>
        </p:nvSpPr>
        <p:spPr>
          <a:xfrm>
            <a:off x="776060" y="222809"/>
            <a:ext cx="1915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50" spc="100" dirty="0">
                <a:latin typeface="Arial" panose="020B0604020202020204" pitchFamily="34" charset="0"/>
                <a:cs typeface="Arial" panose="020B0604020202020204" pitchFamily="34" charset="0"/>
              </a:rPr>
              <a:t>Universidad Nacional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BC45FA-2EB1-4BFE-9640-079CA16F7A84}"/>
              </a:ext>
            </a:extLst>
          </p:cNvPr>
          <p:cNvSpPr txBox="1"/>
          <p:nvPr userDrawn="1"/>
        </p:nvSpPr>
        <p:spPr>
          <a:xfrm>
            <a:off x="778441" y="362900"/>
            <a:ext cx="1915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50" b="1" spc="10" dirty="0">
                <a:latin typeface="Arial" panose="020B0604020202020204" pitchFamily="34" charset="0"/>
                <a:cs typeface="Arial" panose="020B0604020202020204" pitchFamily="34" charset="0"/>
              </a:rPr>
              <a:t>Federico Villarreal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16122F5-A8B0-456E-AE9A-63825D2274CF}"/>
              </a:ext>
            </a:extLst>
          </p:cNvPr>
          <p:cNvCxnSpPr/>
          <p:nvPr userDrawn="1"/>
        </p:nvCxnSpPr>
        <p:spPr>
          <a:xfrm>
            <a:off x="879249" y="654843"/>
            <a:ext cx="16002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8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832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868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625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953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506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204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694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657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085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74C37-5C80-4069-8EBA-CA94ADF8086E}" type="datetimeFigureOut">
              <a:rPr lang="es-PE" smtClean="0"/>
              <a:t>5/11/2023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DDE2-A9C8-4BAC-8D65-765C5FB087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294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55534B8F-5883-42C5-A288-E2BDF135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73" y="2505670"/>
            <a:ext cx="84929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PE" sz="3600" dirty="0">
                <a:latin typeface="Comic Sans MS" panose="030F0702030302020204" pitchFamily="66" charset="0"/>
              </a:rPr>
              <a:t>LA CARRERA PROFESIONAL DEL FÍSICO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8D948F3B-F2B0-49EA-9893-D6D7A03FD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7" y="39973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8CCCD263-1986-46FE-8F6F-4FD6F839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99" y="39973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P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kumimoji="0" lang="es-ES" alt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53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A975CF-D23A-4A0A-A206-D5B49CF1D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59" y="2267079"/>
            <a:ext cx="7808752" cy="459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49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5813959-1198-4DFD-8F33-1944BDC37600}"/>
              </a:ext>
            </a:extLst>
          </p:cNvPr>
          <p:cNvSpPr/>
          <p:nvPr/>
        </p:nvSpPr>
        <p:spPr>
          <a:xfrm>
            <a:off x="474133" y="2252043"/>
            <a:ext cx="7874000" cy="315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15950">
              <a:spcBef>
                <a:spcPts val="1160"/>
              </a:spcBef>
              <a:spcAft>
                <a:spcPts val="0"/>
              </a:spcAft>
            </a:pPr>
            <a:r>
              <a:rPr lang="es-ES" sz="1600" b="1" dirty="0">
                <a:solidFill>
                  <a:srgbClr val="2E5496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Misión</a:t>
            </a:r>
            <a:endParaRPr lang="es-PE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"/>
              </a:spcBef>
              <a:spcAft>
                <a:spcPts val="0"/>
              </a:spcAft>
            </a:pPr>
            <a:r>
              <a:rPr lang="es-ES" sz="1600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s-PE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433705" lvl="0" indent="-342900" algn="just">
              <a:lnSpc>
                <a:spcPct val="95000"/>
              </a:lnSpc>
              <a:spcAft>
                <a:spcPts val="0"/>
              </a:spcAft>
              <a:buSzPts val="1200"/>
              <a:buFont typeface="Wingdings" panose="05000000000000000000" pitchFamily="2" charset="2"/>
              <a:buChar char=""/>
              <a:tabLst>
                <a:tab pos="845185" algn="l"/>
              </a:tabLst>
            </a:pP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La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Facultad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de Ciencias Naturales y Matemática es </a:t>
            </a:r>
            <a:r>
              <a:rPr lang="es-ES" sz="1600" spc="-2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una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comunidad científica académica 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orientada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a  </a:t>
            </a:r>
            <a:r>
              <a:rPr lang="es-ES" sz="1600" spc="-2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la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formación de seres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humanos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integrales comprometidos con el desarrollo científico y tecnológico para responder a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las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necesidades del</a:t>
            </a:r>
            <a:r>
              <a:rPr lang="es-ES" sz="1600" spc="-1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s-ES" sz="1600" spc="-2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país.</a:t>
            </a:r>
            <a:endParaRPr lang="es-PE" sz="1600" dirty="0">
              <a:latin typeface="Arial" panose="020B0604020202020204" pitchFamily="34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>
              <a:spcAft>
                <a:spcPts val="0"/>
              </a:spcAft>
            </a:pPr>
            <a:r>
              <a:rPr lang="es-ES" sz="1600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s-PE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15950" marR="1483360">
              <a:spcBef>
                <a:spcPts val="5"/>
              </a:spcBef>
            </a:pPr>
            <a:r>
              <a:rPr lang="es-ES" sz="1600" b="1" kern="0" dirty="0">
                <a:solidFill>
                  <a:srgbClr val="2E5496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Visión</a:t>
            </a:r>
            <a:endParaRPr lang="es-PE" sz="1600" b="1" kern="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"/>
              </a:spcBef>
              <a:spcAft>
                <a:spcPts val="0"/>
              </a:spcAft>
            </a:pPr>
            <a:r>
              <a:rPr lang="es-ES" sz="1600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s-PE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431165" lvl="0" indent="-342900" algn="just">
              <a:lnSpc>
                <a:spcPct val="91000"/>
              </a:lnSpc>
              <a:spcAft>
                <a:spcPts val="0"/>
              </a:spcAft>
              <a:buSzPts val="1200"/>
              <a:buFont typeface="Wingdings" panose="05000000000000000000" pitchFamily="2" charset="2"/>
              <a:buChar char=""/>
              <a:tabLst>
                <a:tab pos="845185" algn="l"/>
              </a:tabLst>
            </a:pP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La Facultad de Ciencias Naturales y Matemática se constituirá en </a:t>
            </a:r>
            <a:r>
              <a:rPr lang="es-ES" sz="1600" spc="-3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un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centro académico de absorción, creación y transmisión científico – tecnológico, con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carreras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acreditadas de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acuerdo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a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los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estándares internacionales y en </a:t>
            </a:r>
            <a:r>
              <a:rPr lang="es-ES" sz="1600" spc="-4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la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formación de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profesionales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competitivos para el </a:t>
            </a:r>
            <a:r>
              <a:rPr lang="es-ES" sz="1600" spc="-1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desarrollo</a:t>
            </a:r>
            <a:r>
              <a:rPr lang="es-ES" sz="1600" spc="155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s-ES" sz="1600" dirty="0"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</a:rPr>
              <a:t>sostenible.</a:t>
            </a:r>
            <a:endParaRPr lang="es-PE" sz="1600" dirty="0">
              <a:latin typeface="Arial" panose="020B0604020202020204" pitchFamily="34" charset="0"/>
              <a:ea typeface="Wingdings" panose="05000000000000000000" pitchFamily="2" charset="2"/>
              <a:cs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8639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2F3B1D7-05BF-4798-BF34-E2F2B1D7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2342147"/>
            <a:ext cx="9144000" cy="473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C9BEC83-A006-4226-BD7A-794E8F6FC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534" y="1941095"/>
            <a:ext cx="9144000" cy="458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1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718574C-E3FF-448C-A840-E1972A69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1987912"/>
            <a:ext cx="9144000" cy="460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2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66E5454-9618-4D15-8EB5-D6E8CA71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" y="1796716"/>
            <a:ext cx="8771467" cy="43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5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29E8CBC-CC43-4248-A3B7-E8A7C1BB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4046"/>
            <a:ext cx="9144000" cy="31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83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2.jpeg">
            <a:extLst>
              <a:ext uri="{FF2B5EF4-FFF2-40B4-BE49-F238E27FC236}">
                <a16:creationId xmlns:a16="http://schemas.microsoft.com/office/drawing/2014/main" id="{A9A9401D-E3D5-413B-95B0-F54E4C096A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455" y="2116032"/>
            <a:ext cx="8352155" cy="40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35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1063</TotalTime>
  <Words>90</Words>
  <Application>Microsoft Office PowerPoint</Application>
  <PresentationFormat>Presentación en pantalla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UNFV</dc:creator>
  <cp:lastModifiedBy>Ruben Bruna Mercado</cp:lastModifiedBy>
  <cp:revision>22</cp:revision>
  <dcterms:created xsi:type="dcterms:W3CDTF">2020-04-09T16:16:03Z</dcterms:created>
  <dcterms:modified xsi:type="dcterms:W3CDTF">2023-11-05T23:54:12Z</dcterms:modified>
</cp:coreProperties>
</file>